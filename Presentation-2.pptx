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/>
    <p:restoredTop sz="94622"/>
  </p:normalViewPr>
  <p:slideViewPr>
    <p:cSldViewPr snapToGrid="0">
      <p:cViewPr varScale="1">
        <p:scale>
          <a:sx n="113" d="100"/>
          <a:sy n="113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CA4318-32DA-4CF5-9B33-E453212FB65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DABCFDC-87BB-485E-8C7A-2571B7635CCA}">
      <dgm:prSet/>
      <dgm:spPr/>
      <dgm:t>
        <a:bodyPr/>
        <a:lstStyle/>
        <a:p>
          <a:r>
            <a:rPr lang="en-IN" b="1" i="0"/>
            <a:t>Dataset: MovieLens 100k</a:t>
          </a:r>
          <a:endParaRPr lang="en-US"/>
        </a:p>
      </dgm:t>
    </dgm:pt>
    <dgm:pt modelId="{BAE54EF5-D51E-4800-996E-249A97A2BB0F}" type="parTrans" cxnId="{79F774CF-EC8F-4B39-B9DC-5D061F75B52C}">
      <dgm:prSet/>
      <dgm:spPr/>
      <dgm:t>
        <a:bodyPr/>
        <a:lstStyle/>
        <a:p>
          <a:endParaRPr lang="en-US"/>
        </a:p>
      </dgm:t>
    </dgm:pt>
    <dgm:pt modelId="{745E9F9C-5A1B-4AF2-B070-8DC12B8817D6}" type="sibTrans" cxnId="{79F774CF-EC8F-4B39-B9DC-5D061F75B52C}">
      <dgm:prSet/>
      <dgm:spPr/>
      <dgm:t>
        <a:bodyPr/>
        <a:lstStyle/>
        <a:p>
          <a:endParaRPr lang="en-US"/>
        </a:p>
      </dgm:t>
    </dgm:pt>
    <dgm:pt modelId="{8AE981BD-9B08-496F-9F3B-8E95AEBF5107}">
      <dgm:prSet/>
      <dgm:spPr/>
      <dgm:t>
        <a:bodyPr/>
        <a:lstStyle/>
        <a:p>
          <a:r>
            <a:rPr lang="en-IN" b="0" i="0"/>
            <a:t>100,000 ratings from 943 users on 1,682 movies.</a:t>
          </a:r>
          <a:endParaRPr lang="en-US"/>
        </a:p>
      </dgm:t>
    </dgm:pt>
    <dgm:pt modelId="{BEF460E0-840F-4650-B7DB-409F88A5F938}" type="parTrans" cxnId="{6D8BE671-B3D1-49AF-B3B4-42122F2A1081}">
      <dgm:prSet/>
      <dgm:spPr/>
      <dgm:t>
        <a:bodyPr/>
        <a:lstStyle/>
        <a:p>
          <a:endParaRPr lang="en-US"/>
        </a:p>
      </dgm:t>
    </dgm:pt>
    <dgm:pt modelId="{9D4F5145-892F-4659-A034-B62C37A832D7}" type="sibTrans" cxnId="{6D8BE671-B3D1-49AF-B3B4-42122F2A1081}">
      <dgm:prSet/>
      <dgm:spPr/>
      <dgm:t>
        <a:bodyPr/>
        <a:lstStyle/>
        <a:p>
          <a:endParaRPr lang="en-US"/>
        </a:p>
      </dgm:t>
    </dgm:pt>
    <dgm:pt modelId="{83F6079C-AF15-42A3-9EFB-F1CA2392FE2A}">
      <dgm:prSet/>
      <dgm:spPr/>
      <dgm:t>
        <a:bodyPr/>
        <a:lstStyle/>
        <a:p>
          <a:r>
            <a:rPr lang="en-IN" b="0" i="0"/>
            <a:t>Each rating ranges from 1 to 5.</a:t>
          </a:r>
          <a:endParaRPr lang="en-US"/>
        </a:p>
      </dgm:t>
    </dgm:pt>
    <dgm:pt modelId="{E3D9F813-CF1B-41AF-A406-A34574E5BA17}" type="parTrans" cxnId="{0089CACA-86F1-4322-A8F6-601FD8D6A52C}">
      <dgm:prSet/>
      <dgm:spPr/>
      <dgm:t>
        <a:bodyPr/>
        <a:lstStyle/>
        <a:p>
          <a:endParaRPr lang="en-US"/>
        </a:p>
      </dgm:t>
    </dgm:pt>
    <dgm:pt modelId="{2B7E4EC1-E416-465A-988D-8B6AC6507816}" type="sibTrans" cxnId="{0089CACA-86F1-4322-A8F6-601FD8D6A52C}">
      <dgm:prSet/>
      <dgm:spPr/>
      <dgm:t>
        <a:bodyPr/>
        <a:lstStyle/>
        <a:p>
          <a:endParaRPr lang="en-US"/>
        </a:p>
      </dgm:t>
    </dgm:pt>
    <dgm:pt modelId="{6A2F7144-37C4-447B-ABDB-30EA4BC18940}">
      <dgm:prSet/>
      <dgm:spPr/>
      <dgm:t>
        <a:bodyPr/>
        <a:lstStyle/>
        <a:p>
          <a:r>
            <a:rPr lang="en-IN" b="0" i="0"/>
            <a:t>Used standard 80/20 train-test split (e.g., u1.base/u1.test).</a:t>
          </a:r>
          <a:endParaRPr lang="en-US"/>
        </a:p>
      </dgm:t>
    </dgm:pt>
    <dgm:pt modelId="{A4218F35-C9A4-4FFD-9CF5-5E00BC378FBC}" type="parTrans" cxnId="{7B453756-85B8-4B77-B9BB-23B75F4F4631}">
      <dgm:prSet/>
      <dgm:spPr/>
      <dgm:t>
        <a:bodyPr/>
        <a:lstStyle/>
        <a:p>
          <a:endParaRPr lang="en-US"/>
        </a:p>
      </dgm:t>
    </dgm:pt>
    <dgm:pt modelId="{C6D313AD-3784-46EF-BF30-A16882580FE7}" type="sibTrans" cxnId="{7B453756-85B8-4B77-B9BB-23B75F4F4631}">
      <dgm:prSet/>
      <dgm:spPr/>
      <dgm:t>
        <a:bodyPr/>
        <a:lstStyle/>
        <a:p>
          <a:endParaRPr lang="en-US"/>
        </a:p>
      </dgm:t>
    </dgm:pt>
    <dgm:pt modelId="{D5A0AAF7-7DE9-45E7-8CA4-C1D8507DE5DE}">
      <dgm:prSet/>
      <dgm:spPr/>
      <dgm:t>
        <a:bodyPr/>
        <a:lstStyle/>
        <a:p>
          <a:r>
            <a:rPr lang="en-IN" b="1" i="0"/>
            <a:t>Evaluation Metrics:</a:t>
          </a:r>
          <a:endParaRPr lang="en-US"/>
        </a:p>
      </dgm:t>
    </dgm:pt>
    <dgm:pt modelId="{C134622D-BE38-42DB-AD3B-4D0E93E9D829}" type="parTrans" cxnId="{CA46B150-FFBC-4F28-9FAE-364A41AB6015}">
      <dgm:prSet/>
      <dgm:spPr/>
      <dgm:t>
        <a:bodyPr/>
        <a:lstStyle/>
        <a:p>
          <a:endParaRPr lang="en-US"/>
        </a:p>
      </dgm:t>
    </dgm:pt>
    <dgm:pt modelId="{6C3EAB00-A15D-445F-B964-6FD0EE097504}" type="sibTrans" cxnId="{CA46B150-FFBC-4F28-9FAE-364A41AB6015}">
      <dgm:prSet/>
      <dgm:spPr/>
      <dgm:t>
        <a:bodyPr/>
        <a:lstStyle/>
        <a:p>
          <a:endParaRPr lang="en-US"/>
        </a:p>
      </dgm:t>
    </dgm:pt>
    <dgm:pt modelId="{73DECC24-A04F-44A5-91FF-E020247E51AF}">
      <dgm:prSet/>
      <dgm:spPr/>
      <dgm:t>
        <a:bodyPr/>
        <a:lstStyle/>
        <a:p>
          <a:r>
            <a:rPr lang="en-IN" b="1" i="0"/>
            <a:t>MAE (Mean Absolute Error):</a:t>
          </a:r>
          <a:r>
            <a:rPr lang="en-IN" b="0" i="0"/>
            <a:t> Measures the average magnitude of errors. Lower is better.</a:t>
          </a:r>
          <a:endParaRPr lang="en-US"/>
        </a:p>
      </dgm:t>
    </dgm:pt>
    <dgm:pt modelId="{7E17B54B-9B8B-47F7-8CB0-0F25E33B7A4B}" type="parTrans" cxnId="{C32F50E9-6AAE-4EDA-954E-59500F002577}">
      <dgm:prSet/>
      <dgm:spPr/>
      <dgm:t>
        <a:bodyPr/>
        <a:lstStyle/>
        <a:p>
          <a:endParaRPr lang="en-US"/>
        </a:p>
      </dgm:t>
    </dgm:pt>
    <dgm:pt modelId="{AC0A863A-B926-4FBC-9109-FCCE6F9E941C}" type="sibTrans" cxnId="{C32F50E9-6AAE-4EDA-954E-59500F002577}">
      <dgm:prSet/>
      <dgm:spPr/>
      <dgm:t>
        <a:bodyPr/>
        <a:lstStyle/>
        <a:p>
          <a:endParaRPr lang="en-US"/>
        </a:p>
      </dgm:t>
    </dgm:pt>
    <dgm:pt modelId="{FC317E67-B511-4980-B393-B2D0DA59CD5F}">
      <dgm:prSet/>
      <dgm:spPr/>
      <dgm:t>
        <a:bodyPr/>
        <a:lstStyle/>
        <a:p>
          <a:r>
            <a:rPr lang="en-IN" b="1" i="0"/>
            <a:t>RMSE (Root Mean Squared Error):</a:t>
          </a:r>
          <a:r>
            <a:rPr lang="en-IN" b="0" i="0"/>
            <a:t> Similar to MAE but penalizes larger errors more. Lower values indicate better performance.</a:t>
          </a:r>
          <a:endParaRPr lang="en-US"/>
        </a:p>
      </dgm:t>
    </dgm:pt>
    <dgm:pt modelId="{F37837D7-CFB3-4C79-8017-075583283E9C}" type="parTrans" cxnId="{0E625CF9-91EE-426D-8FD5-F4D0AB075687}">
      <dgm:prSet/>
      <dgm:spPr/>
      <dgm:t>
        <a:bodyPr/>
        <a:lstStyle/>
        <a:p>
          <a:endParaRPr lang="en-US"/>
        </a:p>
      </dgm:t>
    </dgm:pt>
    <dgm:pt modelId="{5CC96E50-BC62-4D72-817B-0D3D298FE1ED}" type="sibTrans" cxnId="{0E625CF9-91EE-426D-8FD5-F4D0AB075687}">
      <dgm:prSet/>
      <dgm:spPr/>
      <dgm:t>
        <a:bodyPr/>
        <a:lstStyle/>
        <a:p>
          <a:endParaRPr lang="en-US"/>
        </a:p>
      </dgm:t>
    </dgm:pt>
    <dgm:pt modelId="{7A344772-E6D1-1C46-974F-C794ED1FDB79}" type="pres">
      <dgm:prSet presAssocID="{EFCA4318-32DA-4CF5-9B33-E453212FB655}" presName="linear" presStyleCnt="0">
        <dgm:presLayoutVars>
          <dgm:dir/>
          <dgm:animLvl val="lvl"/>
          <dgm:resizeHandles val="exact"/>
        </dgm:presLayoutVars>
      </dgm:prSet>
      <dgm:spPr/>
    </dgm:pt>
    <dgm:pt modelId="{28786A6E-A68C-284C-BCB2-1A2402F4531B}" type="pres">
      <dgm:prSet presAssocID="{4DABCFDC-87BB-485E-8C7A-2571B7635CCA}" presName="parentLin" presStyleCnt="0"/>
      <dgm:spPr/>
    </dgm:pt>
    <dgm:pt modelId="{AA84203B-B70A-4F4E-8825-39BC764E66A3}" type="pres">
      <dgm:prSet presAssocID="{4DABCFDC-87BB-485E-8C7A-2571B7635CCA}" presName="parentLeftMargin" presStyleLbl="node1" presStyleIdx="0" presStyleCnt="2"/>
      <dgm:spPr/>
    </dgm:pt>
    <dgm:pt modelId="{35FFD992-85B8-A344-8ABB-2880ACE4F2FB}" type="pres">
      <dgm:prSet presAssocID="{4DABCFDC-87BB-485E-8C7A-2571B7635CC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0F44D4-3A0D-B24B-9C83-599B927AC3CF}" type="pres">
      <dgm:prSet presAssocID="{4DABCFDC-87BB-485E-8C7A-2571B7635CCA}" presName="negativeSpace" presStyleCnt="0"/>
      <dgm:spPr/>
    </dgm:pt>
    <dgm:pt modelId="{42930F9E-918F-3C40-A035-0FC0D730FD43}" type="pres">
      <dgm:prSet presAssocID="{4DABCFDC-87BB-485E-8C7A-2571B7635CCA}" presName="childText" presStyleLbl="conFgAcc1" presStyleIdx="0" presStyleCnt="2">
        <dgm:presLayoutVars>
          <dgm:bulletEnabled val="1"/>
        </dgm:presLayoutVars>
      </dgm:prSet>
      <dgm:spPr/>
    </dgm:pt>
    <dgm:pt modelId="{74F0CEAD-1373-6E49-A57C-47A20E2DD2C3}" type="pres">
      <dgm:prSet presAssocID="{745E9F9C-5A1B-4AF2-B070-8DC12B8817D6}" presName="spaceBetweenRectangles" presStyleCnt="0"/>
      <dgm:spPr/>
    </dgm:pt>
    <dgm:pt modelId="{D3CF4745-D155-A146-9FC6-EC62CEA8E603}" type="pres">
      <dgm:prSet presAssocID="{D5A0AAF7-7DE9-45E7-8CA4-C1D8507DE5DE}" presName="parentLin" presStyleCnt="0"/>
      <dgm:spPr/>
    </dgm:pt>
    <dgm:pt modelId="{726B281B-E959-9842-AF3F-13520CDA13FF}" type="pres">
      <dgm:prSet presAssocID="{D5A0AAF7-7DE9-45E7-8CA4-C1D8507DE5DE}" presName="parentLeftMargin" presStyleLbl="node1" presStyleIdx="0" presStyleCnt="2"/>
      <dgm:spPr/>
    </dgm:pt>
    <dgm:pt modelId="{0F555EC3-B17D-DC4D-9A93-2C00E0FD907D}" type="pres">
      <dgm:prSet presAssocID="{D5A0AAF7-7DE9-45E7-8CA4-C1D8507DE5D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BBE9B0D-C96F-6E44-B7C2-0228437EB2B6}" type="pres">
      <dgm:prSet presAssocID="{D5A0AAF7-7DE9-45E7-8CA4-C1D8507DE5DE}" presName="negativeSpace" presStyleCnt="0"/>
      <dgm:spPr/>
    </dgm:pt>
    <dgm:pt modelId="{E8E453A5-8340-1540-AE55-B075B971F8CD}" type="pres">
      <dgm:prSet presAssocID="{D5A0AAF7-7DE9-45E7-8CA4-C1D8507DE5D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3E22E17-5BDD-8440-A3C2-9C3B835EB444}" type="presOf" srcId="{6A2F7144-37C4-447B-ABDB-30EA4BC18940}" destId="{42930F9E-918F-3C40-A035-0FC0D730FD43}" srcOrd="0" destOrd="2" presId="urn:microsoft.com/office/officeart/2005/8/layout/list1"/>
    <dgm:cxn modelId="{17F7C938-2FA7-BA47-9835-0CBB3A5549CA}" type="presOf" srcId="{EFCA4318-32DA-4CF5-9B33-E453212FB655}" destId="{7A344772-E6D1-1C46-974F-C794ED1FDB79}" srcOrd="0" destOrd="0" presId="urn:microsoft.com/office/officeart/2005/8/layout/list1"/>
    <dgm:cxn modelId="{75BCAB40-CF44-5748-8DDE-AD66E98F707D}" type="presOf" srcId="{4DABCFDC-87BB-485E-8C7A-2571B7635CCA}" destId="{35FFD992-85B8-A344-8ABB-2880ACE4F2FB}" srcOrd="1" destOrd="0" presId="urn:microsoft.com/office/officeart/2005/8/layout/list1"/>
    <dgm:cxn modelId="{AA3F0E41-8D48-5942-A077-2E8D04A56592}" type="presOf" srcId="{D5A0AAF7-7DE9-45E7-8CA4-C1D8507DE5DE}" destId="{0F555EC3-B17D-DC4D-9A93-2C00E0FD907D}" srcOrd="1" destOrd="0" presId="urn:microsoft.com/office/officeart/2005/8/layout/list1"/>
    <dgm:cxn modelId="{0D100850-9E7A-2D49-9A17-84EC0F1ACEB1}" type="presOf" srcId="{73DECC24-A04F-44A5-91FF-E020247E51AF}" destId="{E8E453A5-8340-1540-AE55-B075B971F8CD}" srcOrd="0" destOrd="0" presId="urn:microsoft.com/office/officeart/2005/8/layout/list1"/>
    <dgm:cxn modelId="{CA46B150-FFBC-4F28-9FAE-364A41AB6015}" srcId="{EFCA4318-32DA-4CF5-9B33-E453212FB655}" destId="{D5A0AAF7-7DE9-45E7-8CA4-C1D8507DE5DE}" srcOrd="1" destOrd="0" parTransId="{C134622D-BE38-42DB-AD3B-4D0E93E9D829}" sibTransId="{6C3EAB00-A15D-445F-B964-6FD0EE097504}"/>
    <dgm:cxn modelId="{2E168053-BC33-5B4E-BA28-E97FE47FF65E}" type="presOf" srcId="{83F6079C-AF15-42A3-9EFB-F1CA2392FE2A}" destId="{42930F9E-918F-3C40-A035-0FC0D730FD43}" srcOrd="0" destOrd="1" presId="urn:microsoft.com/office/officeart/2005/8/layout/list1"/>
    <dgm:cxn modelId="{7B453756-85B8-4B77-B9BB-23B75F4F4631}" srcId="{4DABCFDC-87BB-485E-8C7A-2571B7635CCA}" destId="{6A2F7144-37C4-447B-ABDB-30EA4BC18940}" srcOrd="2" destOrd="0" parTransId="{A4218F35-C9A4-4FFD-9CF5-5E00BC378FBC}" sibTransId="{C6D313AD-3784-46EF-BF30-A16882580FE7}"/>
    <dgm:cxn modelId="{6D8BE671-B3D1-49AF-B3B4-42122F2A1081}" srcId="{4DABCFDC-87BB-485E-8C7A-2571B7635CCA}" destId="{8AE981BD-9B08-496F-9F3B-8E95AEBF5107}" srcOrd="0" destOrd="0" parTransId="{BEF460E0-840F-4650-B7DB-409F88A5F938}" sibTransId="{9D4F5145-892F-4659-A034-B62C37A832D7}"/>
    <dgm:cxn modelId="{2A420A82-C5F0-DC42-A0A6-1F8A5D78BD35}" type="presOf" srcId="{4DABCFDC-87BB-485E-8C7A-2571B7635CCA}" destId="{AA84203B-B70A-4F4E-8825-39BC764E66A3}" srcOrd="0" destOrd="0" presId="urn:microsoft.com/office/officeart/2005/8/layout/list1"/>
    <dgm:cxn modelId="{9DDA3E92-D9D1-E340-BCE4-F0FF9A1A8EB2}" type="presOf" srcId="{D5A0AAF7-7DE9-45E7-8CA4-C1D8507DE5DE}" destId="{726B281B-E959-9842-AF3F-13520CDA13FF}" srcOrd="0" destOrd="0" presId="urn:microsoft.com/office/officeart/2005/8/layout/list1"/>
    <dgm:cxn modelId="{EC8985C3-6E51-3A49-9416-4EECC73A7B18}" type="presOf" srcId="{8AE981BD-9B08-496F-9F3B-8E95AEBF5107}" destId="{42930F9E-918F-3C40-A035-0FC0D730FD43}" srcOrd="0" destOrd="0" presId="urn:microsoft.com/office/officeart/2005/8/layout/list1"/>
    <dgm:cxn modelId="{0089CACA-86F1-4322-A8F6-601FD8D6A52C}" srcId="{4DABCFDC-87BB-485E-8C7A-2571B7635CCA}" destId="{83F6079C-AF15-42A3-9EFB-F1CA2392FE2A}" srcOrd="1" destOrd="0" parTransId="{E3D9F813-CF1B-41AF-A406-A34574E5BA17}" sibTransId="{2B7E4EC1-E416-465A-988D-8B6AC6507816}"/>
    <dgm:cxn modelId="{79F774CF-EC8F-4B39-B9DC-5D061F75B52C}" srcId="{EFCA4318-32DA-4CF5-9B33-E453212FB655}" destId="{4DABCFDC-87BB-485E-8C7A-2571B7635CCA}" srcOrd="0" destOrd="0" parTransId="{BAE54EF5-D51E-4800-996E-249A97A2BB0F}" sibTransId="{745E9F9C-5A1B-4AF2-B070-8DC12B8817D6}"/>
    <dgm:cxn modelId="{C32F50E9-6AAE-4EDA-954E-59500F002577}" srcId="{D5A0AAF7-7DE9-45E7-8CA4-C1D8507DE5DE}" destId="{73DECC24-A04F-44A5-91FF-E020247E51AF}" srcOrd="0" destOrd="0" parTransId="{7E17B54B-9B8B-47F7-8CB0-0F25E33B7A4B}" sibTransId="{AC0A863A-B926-4FBC-9109-FCCE6F9E941C}"/>
    <dgm:cxn modelId="{0E625CF9-91EE-426D-8FD5-F4D0AB075687}" srcId="{D5A0AAF7-7DE9-45E7-8CA4-C1D8507DE5DE}" destId="{FC317E67-B511-4980-B393-B2D0DA59CD5F}" srcOrd="1" destOrd="0" parTransId="{F37837D7-CFB3-4C79-8017-075583283E9C}" sibTransId="{5CC96E50-BC62-4D72-817B-0D3D298FE1ED}"/>
    <dgm:cxn modelId="{34C0E6FF-D6AD-5142-9913-A6B8EDFCE7FD}" type="presOf" srcId="{FC317E67-B511-4980-B393-B2D0DA59CD5F}" destId="{E8E453A5-8340-1540-AE55-B075B971F8CD}" srcOrd="0" destOrd="1" presId="urn:microsoft.com/office/officeart/2005/8/layout/list1"/>
    <dgm:cxn modelId="{01137C1E-93D5-E741-AD0E-17B7A7DA907E}" type="presParOf" srcId="{7A344772-E6D1-1C46-974F-C794ED1FDB79}" destId="{28786A6E-A68C-284C-BCB2-1A2402F4531B}" srcOrd="0" destOrd="0" presId="urn:microsoft.com/office/officeart/2005/8/layout/list1"/>
    <dgm:cxn modelId="{6FC260BF-8A72-D542-920D-913C4A72B829}" type="presParOf" srcId="{28786A6E-A68C-284C-BCB2-1A2402F4531B}" destId="{AA84203B-B70A-4F4E-8825-39BC764E66A3}" srcOrd="0" destOrd="0" presId="urn:microsoft.com/office/officeart/2005/8/layout/list1"/>
    <dgm:cxn modelId="{C7C47A02-462A-314B-B3C9-061EFE3E481C}" type="presParOf" srcId="{28786A6E-A68C-284C-BCB2-1A2402F4531B}" destId="{35FFD992-85B8-A344-8ABB-2880ACE4F2FB}" srcOrd="1" destOrd="0" presId="urn:microsoft.com/office/officeart/2005/8/layout/list1"/>
    <dgm:cxn modelId="{9D655DD3-578F-B041-BA26-68385AF76E15}" type="presParOf" srcId="{7A344772-E6D1-1C46-974F-C794ED1FDB79}" destId="{320F44D4-3A0D-B24B-9C83-599B927AC3CF}" srcOrd="1" destOrd="0" presId="urn:microsoft.com/office/officeart/2005/8/layout/list1"/>
    <dgm:cxn modelId="{FB86B93D-F178-254E-AA34-4965F2C049F9}" type="presParOf" srcId="{7A344772-E6D1-1C46-974F-C794ED1FDB79}" destId="{42930F9E-918F-3C40-A035-0FC0D730FD43}" srcOrd="2" destOrd="0" presId="urn:microsoft.com/office/officeart/2005/8/layout/list1"/>
    <dgm:cxn modelId="{410A654F-CD95-3D47-9291-0403C15CAC3D}" type="presParOf" srcId="{7A344772-E6D1-1C46-974F-C794ED1FDB79}" destId="{74F0CEAD-1373-6E49-A57C-47A20E2DD2C3}" srcOrd="3" destOrd="0" presId="urn:microsoft.com/office/officeart/2005/8/layout/list1"/>
    <dgm:cxn modelId="{DD2D0496-168E-6B4A-81A8-E7AF217A67B6}" type="presParOf" srcId="{7A344772-E6D1-1C46-974F-C794ED1FDB79}" destId="{D3CF4745-D155-A146-9FC6-EC62CEA8E603}" srcOrd="4" destOrd="0" presId="urn:microsoft.com/office/officeart/2005/8/layout/list1"/>
    <dgm:cxn modelId="{ABB765DB-4EBA-414A-B289-82CF826A5A4B}" type="presParOf" srcId="{D3CF4745-D155-A146-9FC6-EC62CEA8E603}" destId="{726B281B-E959-9842-AF3F-13520CDA13FF}" srcOrd="0" destOrd="0" presId="urn:microsoft.com/office/officeart/2005/8/layout/list1"/>
    <dgm:cxn modelId="{98F381A9-95F6-8649-A889-3EAA7295F4BE}" type="presParOf" srcId="{D3CF4745-D155-A146-9FC6-EC62CEA8E603}" destId="{0F555EC3-B17D-DC4D-9A93-2C00E0FD907D}" srcOrd="1" destOrd="0" presId="urn:microsoft.com/office/officeart/2005/8/layout/list1"/>
    <dgm:cxn modelId="{042B66BE-DDD6-4E48-A6AD-C2576CEBE748}" type="presParOf" srcId="{7A344772-E6D1-1C46-974F-C794ED1FDB79}" destId="{7BBE9B0D-C96F-6E44-B7C2-0228437EB2B6}" srcOrd="5" destOrd="0" presId="urn:microsoft.com/office/officeart/2005/8/layout/list1"/>
    <dgm:cxn modelId="{16F361FD-4DBA-DC4E-B496-A362C0BAAFCD}" type="presParOf" srcId="{7A344772-E6D1-1C46-974F-C794ED1FDB79}" destId="{E8E453A5-8340-1540-AE55-B075B971F8C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9BE6E2-7475-4B83-BDB1-4E9B18FE979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5EFD49-5369-4B8D-85D8-2E60F0599428}">
      <dgm:prSet/>
      <dgm:spPr/>
      <dgm:t>
        <a:bodyPr/>
        <a:lstStyle/>
        <a:p>
          <a:r>
            <a:rPr lang="en-IN"/>
            <a:t>Assumes each user rates all items consistently, regardless of item type or popularity.</a:t>
          </a:r>
          <a:endParaRPr lang="en-US"/>
        </a:p>
      </dgm:t>
    </dgm:pt>
    <dgm:pt modelId="{4F61335C-4B4A-4C77-9E4D-A80F1810991F}" type="parTrans" cxnId="{C9D0139E-B234-4E32-8BA3-ED84067081F7}">
      <dgm:prSet/>
      <dgm:spPr/>
      <dgm:t>
        <a:bodyPr/>
        <a:lstStyle/>
        <a:p>
          <a:endParaRPr lang="en-US"/>
        </a:p>
      </dgm:t>
    </dgm:pt>
    <dgm:pt modelId="{42B2A63E-52BD-453D-807A-FF8D844543F4}" type="sibTrans" cxnId="{C9D0139E-B234-4E32-8BA3-ED84067081F7}">
      <dgm:prSet/>
      <dgm:spPr/>
      <dgm:t>
        <a:bodyPr/>
        <a:lstStyle/>
        <a:p>
          <a:endParaRPr lang="en-US"/>
        </a:p>
      </dgm:t>
    </dgm:pt>
    <dgm:pt modelId="{7C552D2B-BA75-4395-8919-573A690EB6CF}">
      <dgm:prSet/>
      <dgm:spPr/>
      <dgm:t>
        <a:bodyPr/>
        <a:lstStyle/>
        <a:p>
          <a:r>
            <a:rPr lang="en-IN"/>
            <a:t>Each prediction is simply the average of all ratings given by that user in the training set.</a:t>
          </a:r>
          <a:endParaRPr lang="en-US"/>
        </a:p>
      </dgm:t>
    </dgm:pt>
    <dgm:pt modelId="{470A661A-C291-49AB-85C3-EA6B287FE798}" type="parTrans" cxnId="{F0B962B1-7D79-4A4D-A149-65CA0B08B9A0}">
      <dgm:prSet/>
      <dgm:spPr/>
      <dgm:t>
        <a:bodyPr/>
        <a:lstStyle/>
        <a:p>
          <a:endParaRPr lang="en-US"/>
        </a:p>
      </dgm:t>
    </dgm:pt>
    <dgm:pt modelId="{95115787-5352-4CCB-BE9B-709CECDF3A57}" type="sibTrans" cxnId="{F0B962B1-7D79-4A4D-A149-65CA0B08B9A0}">
      <dgm:prSet/>
      <dgm:spPr/>
      <dgm:t>
        <a:bodyPr/>
        <a:lstStyle/>
        <a:p>
          <a:endParaRPr lang="en-US"/>
        </a:p>
      </dgm:t>
    </dgm:pt>
    <dgm:pt modelId="{66302B50-C755-4AFA-84E5-CE99F76AECF9}">
      <dgm:prSet/>
      <dgm:spPr/>
      <dgm:t>
        <a:bodyPr/>
        <a:lstStyle/>
        <a:p>
          <a:r>
            <a:rPr lang="en-IN" b="1"/>
            <a:t>No personalization at item level</a:t>
          </a:r>
          <a:r>
            <a:rPr lang="en-IN"/>
            <a:t> — fails to capture how different items are perceived across users.</a:t>
          </a:r>
          <a:endParaRPr lang="en-US"/>
        </a:p>
      </dgm:t>
    </dgm:pt>
    <dgm:pt modelId="{387B3B63-3AA2-4C5F-9B59-22505F30CAAE}" type="parTrans" cxnId="{7E857527-C51C-45F7-ADAB-2ACDCF9256E0}">
      <dgm:prSet/>
      <dgm:spPr/>
      <dgm:t>
        <a:bodyPr/>
        <a:lstStyle/>
        <a:p>
          <a:endParaRPr lang="en-US"/>
        </a:p>
      </dgm:t>
    </dgm:pt>
    <dgm:pt modelId="{BEB58E14-C9B9-4EB9-9FF5-BADC1B059950}" type="sibTrans" cxnId="{7E857527-C51C-45F7-ADAB-2ACDCF9256E0}">
      <dgm:prSet/>
      <dgm:spPr/>
      <dgm:t>
        <a:bodyPr/>
        <a:lstStyle/>
        <a:p>
          <a:endParaRPr lang="en-US"/>
        </a:p>
      </dgm:t>
    </dgm:pt>
    <dgm:pt modelId="{514569B9-9692-422B-83B8-83242B65A179}">
      <dgm:prSet/>
      <dgm:spPr/>
      <dgm:t>
        <a:bodyPr/>
        <a:lstStyle/>
        <a:p>
          <a:r>
            <a:rPr lang="en-IN" b="1"/>
            <a:t>Evaluation Results:</a:t>
          </a:r>
          <a:endParaRPr lang="en-US"/>
        </a:p>
      </dgm:t>
    </dgm:pt>
    <dgm:pt modelId="{0A5E9F54-20C5-432D-B31B-06DE1FEE24D6}" type="parTrans" cxnId="{21761757-C820-44B8-B37A-E372F8DE2931}">
      <dgm:prSet/>
      <dgm:spPr/>
      <dgm:t>
        <a:bodyPr/>
        <a:lstStyle/>
        <a:p>
          <a:endParaRPr lang="en-US"/>
        </a:p>
      </dgm:t>
    </dgm:pt>
    <dgm:pt modelId="{45278262-022B-457B-9838-E18AC1793B6B}" type="sibTrans" cxnId="{21761757-C820-44B8-B37A-E372F8DE2931}">
      <dgm:prSet/>
      <dgm:spPr/>
      <dgm:t>
        <a:bodyPr/>
        <a:lstStyle/>
        <a:p>
          <a:endParaRPr lang="en-US"/>
        </a:p>
      </dgm:t>
    </dgm:pt>
    <dgm:pt modelId="{35D71FCB-5586-4EFF-A4F8-B9C1E6546180}">
      <dgm:prSet/>
      <dgm:spPr/>
      <dgm:t>
        <a:bodyPr/>
        <a:lstStyle/>
        <a:p>
          <a:r>
            <a:rPr lang="en-IN"/>
            <a:t>MAE: </a:t>
          </a:r>
          <a:r>
            <a:rPr lang="en-IN" b="1"/>
            <a:t>0.8259</a:t>
          </a:r>
          <a:endParaRPr lang="en-US"/>
        </a:p>
      </dgm:t>
    </dgm:pt>
    <dgm:pt modelId="{84BA78F2-3820-4B8B-8F5F-FB6FDD3B0F62}" type="parTrans" cxnId="{98EF811C-C60F-496E-846E-CE138F8EABDF}">
      <dgm:prSet/>
      <dgm:spPr/>
      <dgm:t>
        <a:bodyPr/>
        <a:lstStyle/>
        <a:p>
          <a:endParaRPr lang="en-US"/>
        </a:p>
      </dgm:t>
    </dgm:pt>
    <dgm:pt modelId="{37DE3826-6FB5-4634-A0D8-D7C843A55E30}" type="sibTrans" cxnId="{98EF811C-C60F-496E-846E-CE138F8EABDF}">
      <dgm:prSet/>
      <dgm:spPr/>
      <dgm:t>
        <a:bodyPr/>
        <a:lstStyle/>
        <a:p>
          <a:endParaRPr lang="en-US"/>
        </a:p>
      </dgm:t>
    </dgm:pt>
    <dgm:pt modelId="{48540978-0F36-4516-8816-A0D9E4260983}">
      <dgm:prSet/>
      <dgm:spPr/>
      <dgm:t>
        <a:bodyPr/>
        <a:lstStyle/>
        <a:p>
          <a:r>
            <a:rPr lang="en-IN"/>
            <a:t>RMSE: </a:t>
          </a:r>
          <a:r>
            <a:rPr lang="en-IN" b="1"/>
            <a:t>1.0311</a:t>
          </a:r>
          <a:endParaRPr lang="en-US"/>
        </a:p>
      </dgm:t>
    </dgm:pt>
    <dgm:pt modelId="{7ECCE31D-82AC-4DBE-A7C7-A7B15EF06B13}" type="parTrans" cxnId="{5A2E7B67-29F0-4542-B842-8D00DC4164C1}">
      <dgm:prSet/>
      <dgm:spPr/>
      <dgm:t>
        <a:bodyPr/>
        <a:lstStyle/>
        <a:p>
          <a:endParaRPr lang="en-US"/>
        </a:p>
      </dgm:t>
    </dgm:pt>
    <dgm:pt modelId="{55751C87-E747-4EA5-86AF-28A924C785B9}" type="sibTrans" cxnId="{5A2E7B67-29F0-4542-B842-8D00DC4164C1}">
      <dgm:prSet/>
      <dgm:spPr/>
      <dgm:t>
        <a:bodyPr/>
        <a:lstStyle/>
        <a:p>
          <a:endParaRPr lang="en-US"/>
        </a:p>
      </dgm:t>
    </dgm:pt>
    <dgm:pt modelId="{A3B0DFCF-3068-B440-9D24-36A3BD63398C}" type="pres">
      <dgm:prSet presAssocID="{129BE6E2-7475-4B83-BDB1-4E9B18FE9793}" presName="diagram" presStyleCnt="0">
        <dgm:presLayoutVars>
          <dgm:dir/>
          <dgm:resizeHandles val="exact"/>
        </dgm:presLayoutVars>
      </dgm:prSet>
      <dgm:spPr/>
    </dgm:pt>
    <dgm:pt modelId="{3D1393E5-0C76-D84A-AFCF-B82244B82A7E}" type="pres">
      <dgm:prSet presAssocID="{1E5EFD49-5369-4B8D-85D8-2E60F0599428}" presName="node" presStyleLbl="node1" presStyleIdx="0" presStyleCnt="6">
        <dgm:presLayoutVars>
          <dgm:bulletEnabled val="1"/>
        </dgm:presLayoutVars>
      </dgm:prSet>
      <dgm:spPr/>
    </dgm:pt>
    <dgm:pt modelId="{445DD861-DDF4-084A-9B90-1FC738C66F7C}" type="pres">
      <dgm:prSet presAssocID="{42B2A63E-52BD-453D-807A-FF8D844543F4}" presName="sibTrans" presStyleCnt="0"/>
      <dgm:spPr/>
    </dgm:pt>
    <dgm:pt modelId="{DF17D58C-6A12-1B4E-9EAD-72A052A410A3}" type="pres">
      <dgm:prSet presAssocID="{7C552D2B-BA75-4395-8919-573A690EB6CF}" presName="node" presStyleLbl="node1" presStyleIdx="1" presStyleCnt="6">
        <dgm:presLayoutVars>
          <dgm:bulletEnabled val="1"/>
        </dgm:presLayoutVars>
      </dgm:prSet>
      <dgm:spPr/>
    </dgm:pt>
    <dgm:pt modelId="{BE961828-F515-2944-8308-6E4490E3D69F}" type="pres">
      <dgm:prSet presAssocID="{95115787-5352-4CCB-BE9B-709CECDF3A57}" presName="sibTrans" presStyleCnt="0"/>
      <dgm:spPr/>
    </dgm:pt>
    <dgm:pt modelId="{FD97B095-C304-A143-8F3C-85E9B0E9B459}" type="pres">
      <dgm:prSet presAssocID="{66302B50-C755-4AFA-84E5-CE99F76AECF9}" presName="node" presStyleLbl="node1" presStyleIdx="2" presStyleCnt="6">
        <dgm:presLayoutVars>
          <dgm:bulletEnabled val="1"/>
        </dgm:presLayoutVars>
      </dgm:prSet>
      <dgm:spPr/>
    </dgm:pt>
    <dgm:pt modelId="{B6076822-0E49-FF4D-B242-E482F9155FE2}" type="pres">
      <dgm:prSet presAssocID="{BEB58E14-C9B9-4EB9-9FF5-BADC1B059950}" presName="sibTrans" presStyleCnt="0"/>
      <dgm:spPr/>
    </dgm:pt>
    <dgm:pt modelId="{48C0B5DE-79FE-8C47-AD5D-B68C0E6A7CD2}" type="pres">
      <dgm:prSet presAssocID="{514569B9-9692-422B-83B8-83242B65A179}" presName="node" presStyleLbl="node1" presStyleIdx="3" presStyleCnt="6">
        <dgm:presLayoutVars>
          <dgm:bulletEnabled val="1"/>
        </dgm:presLayoutVars>
      </dgm:prSet>
      <dgm:spPr/>
    </dgm:pt>
    <dgm:pt modelId="{B025F1F1-359E-6949-A6AA-37DF3476B76B}" type="pres">
      <dgm:prSet presAssocID="{45278262-022B-457B-9838-E18AC1793B6B}" presName="sibTrans" presStyleCnt="0"/>
      <dgm:spPr/>
    </dgm:pt>
    <dgm:pt modelId="{768DA437-7C98-DF45-A9B1-286AD4091655}" type="pres">
      <dgm:prSet presAssocID="{35D71FCB-5586-4EFF-A4F8-B9C1E6546180}" presName="node" presStyleLbl="node1" presStyleIdx="4" presStyleCnt="6">
        <dgm:presLayoutVars>
          <dgm:bulletEnabled val="1"/>
        </dgm:presLayoutVars>
      </dgm:prSet>
      <dgm:spPr/>
    </dgm:pt>
    <dgm:pt modelId="{40DD2406-E6B4-8749-9FF2-579B19242D8D}" type="pres">
      <dgm:prSet presAssocID="{37DE3826-6FB5-4634-A0D8-D7C843A55E30}" presName="sibTrans" presStyleCnt="0"/>
      <dgm:spPr/>
    </dgm:pt>
    <dgm:pt modelId="{2C201D61-B1B6-2D4B-9E1C-43AC454EEF04}" type="pres">
      <dgm:prSet presAssocID="{48540978-0F36-4516-8816-A0D9E4260983}" presName="node" presStyleLbl="node1" presStyleIdx="5" presStyleCnt="6">
        <dgm:presLayoutVars>
          <dgm:bulletEnabled val="1"/>
        </dgm:presLayoutVars>
      </dgm:prSet>
      <dgm:spPr/>
    </dgm:pt>
  </dgm:ptLst>
  <dgm:cxnLst>
    <dgm:cxn modelId="{98EF811C-C60F-496E-846E-CE138F8EABDF}" srcId="{129BE6E2-7475-4B83-BDB1-4E9B18FE9793}" destId="{35D71FCB-5586-4EFF-A4F8-B9C1E6546180}" srcOrd="4" destOrd="0" parTransId="{84BA78F2-3820-4B8B-8F5F-FB6FDD3B0F62}" sibTransId="{37DE3826-6FB5-4634-A0D8-D7C843A55E30}"/>
    <dgm:cxn modelId="{7E857527-C51C-45F7-ADAB-2ACDCF9256E0}" srcId="{129BE6E2-7475-4B83-BDB1-4E9B18FE9793}" destId="{66302B50-C755-4AFA-84E5-CE99F76AECF9}" srcOrd="2" destOrd="0" parTransId="{387B3B63-3AA2-4C5F-9B59-22505F30CAAE}" sibTransId="{BEB58E14-C9B9-4EB9-9FF5-BADC1B059950}"/>
    <dgm:cxn modelId="{1E9E9E28-F458-464C-B3DE-FAD0A1CA62B7}" type="presOf" srcId="{7C552D2B-BA75-4395-8919-573A690EB6CF}" destId="{DF17D58C-6A12-1B4E-9EAD-72A052A410A3}" srcOrd="0" destOrd="0" presId="urn:microsoft.com/office/officeart/2005/8/layout/default"/>
    <dgm:cxn modelId="{21761757-C820-44B8-B37A-E372F8DE2931}" srcId="{129BE6E2-7475-4B83-BDB1-4E9B18FE9793}" destId="{514569B9-9692-422B-83B8-83242B65A179}" srcOrd="3" destOrd="0" parTransId="{0A5E9F54-20C5-432D-B31B-06DE1FEE24D6}" sibTransId="{45278262-022B-457B-9838-E18AC1793B6B}"/>
    <dgm:cxn modelId="{5A2E7B67-29F0-4542-B842-8D00DC4164C1}" srcId="{129BE6E2-7475-4B83-BDB1-4E9B18FE9793}" destId="{48540978-0F36-4516-8816-A0D9E4260983}" srcOrd="5" destOrd="0" parTransId="{7ECCE31D-82AC-4DBE-A7C7-A7B15EF06B13}" sibTransId="{55751C87-E747-4EA5-86AF-28A924C785B9}"/>
    <dgm:cxn modelId="{C9D0139E-B234-4E32-8BA3-ED84067081F7}" srcId="{129BE6E2-7475-4B83-BDB1-4E9B18FE9793}" destId="{1E5EFD49-5369-4B8D-85D8-2E60F0599428}" srcOrd="0" destOrd="0" parTransId="{4F61335C-4B4A-4C77-9E4D-A80F1810991F}" sibTransId="{42B2A63E-52BD-453D-807A-FF8D844543F4}"/>
    <dgm:cxn modelId="{B67D73A1-2F4F-244F-ACA3-3CDBA3E91F1D}" type="presOf" srcId="{129BE6E2-7475-4B83-BDB1-4E9B18FE9793}" destId="{A3B0DFCF-3068-B440-9D24-36A3BD63398C}" srcOrd="0" destOrd="0" presId="urn:microsoft.com/office/officeart/2005/8/layout/default"/>
    <dgm:cxn modelId="{A6A3C4AB-18EF-1A4D-841F-6FB31CD1B29F}" type="presOf" srcId="{35D71FCB-5586-4EFF-A4F8-B9C1E6546180}" destId="{768DA437-7C98-DF45-A9B1-286AD4091655}" srcOrd="0" destOrd="0" presId="urn:microsoft.com/office/officeart/2005/8/layout/default"/>
    <dgm:cxn modelId="{0B4FAFAC-E91F-2848-99F3-E24A6ED4FE81}" type="presOf" srcId="{48540978-0F36-4516-8816-A0D9E4260983}" destId="{2C201D61-B1B6-2D4B-9E1C-43AC454EEF04}" srcOrd="0" destOrd="0" presId="urn:microsoft.com/office/officeart/2005/8/layout/default"/>
    <dgm:cxn modelId="{F0B962B1-7D79-4A4D-A149-65CA0B08B9A0}" srcId="{129BE6E2-7475-4B83-BDB1-4E9B18FE9793}" destId="{7C552D2B-BA75-4395-8919-573A690EB6CF}" srcOrd="1" destOrd="0" parTransId="{470A661A-C291-49AB-85C3-EA6B287FE798}" sibTransId="{95115787-5352-4CCB-BE9B-709CECDF3A57}"/>
    <dgm:cxn modelId="{FC4062D0-7836-F24C-9BF5-98DC7BEAA90A}" type="presOf" srcId="{1E5EFD49-5369-4B8D-85D8-2E60F0599428}" destId="{3D1393E5-0C76-D84A-AFCF-B82244B82A7E}" srcOrd="0" destOrd="0" presId="urn:microsoft.com/office/officeart/2005/8/layout/default"/>
    <dgm:cxn modelId="{E5FFC5D9-960D-0842-90BD-0FECB4EF1330}" type="presOf" srcId="{66302B50-C755-4AFA-84E5-CE99F76AECF9}" destId="{FD97B095-C304-A143-8F3C-85E9B0E9B459}" srcOrd="0" destOrd="0" presId="urn:microsoft.com/office/officeart/2005/8/layout/default"/>
    <dgm:cxn modelId="{48660BFB-AD03-7C4B-B41C-EB37D0A75549}" type="presOf" srcId="{514569B9-9692-422B-83B8-83242B65A179}" destId="{48C0B5DE-79FE-8C47-AD5D-B68C0E6A7CD2}" srcOrd="0" destOrd="0" presId="urn:microsoft.com/office/officeart/2005/8/layout/default"/>
    <dgm:cxn modelId="{53EB8D32-4494-2E46-AFE2-1ED64168F8DE}" type="presParOf" srcId="{A3B0DFCF-3068-B440-9D24-36A3BD63398C}" destId="{3D1393E5-0C76-D84A-AFCF-B82244B82A7E}" srcOrd="0" destOrd="0" presId="urn:microsoft.com/office/officeart/2005/8/layout/default"/>
    <dgm:cxn modelId="{B044B106-AB77-A54D-81EF-DA02CD088721}" type="presParOf" srcId="{A3B0DFCF-3068-B440-9D24-36A3BD63398C}" destId="{445DD861-DDF4-084A-9B90-1FC738C66F7C}" srcOrd="1" destOrd="0" presId="urn:microsoft.com/office/officeart/2005/8/layout/default"/>
    <dgm:cxn modelId="{AB0FC8D7-21D9-9842-A1BD-974A1B7FBB86}" type="presParOf" srcId="{A3B0DFCF-3068-B440-9D24-36A3BD63398C}" destId="{DF17D58C-6A12-1B4E-9EAD-72A052A410A3}" srcOrd="2" destOrd="0" presId="urn:microsoft.com/office/officeart/2005/8/layout/default"/>
    <dgm:cxn modelId="{6CB86D05-366E-6B4C-AB73-CF3DA9D53BE2}" type="presParOf" srcId="{A3B0DFCF-3068-B440-9D24-36A3BD63398C}" destId="{BE961828-F515-2944-8308-6E4490E3D69F}" srcOrd="3" destOrd="0" presId="urn:microsoft.com/office/officeart/2005/8/layout/default"/>
    <dgm:cxn modelId="{3D0A2CE5-0835-7B4A-9319-6F0E2C3A5C16}" type="presParOf" srcId="{A3B0DFCF-3068-B440-9D24-36A3BD63398C}" destId="{FD97B095-C304-A143-8F3C-85E9B0E9B459}" srcOrd="4" destOrd="0" presId="urn:microsoft.com/office/officeart/2005/8/layout/default"/>
    <dgm:cxn modelId="{AD294704-4D81-FB49-B1A7-F2C283D9BEC7}" type="presParOf" srcId="{A3B0DFCF-3068-B440-9D24-36A3BD63398C}" destId="{B6076822-0E49-FF4D-B242-E482F9155FE2}" srcOrd="5" destOrd="0" presId="urn:microsoft.com/office/officeart/2005/8/layout/default"/>
    <dgm:cxn modelId="{953F3366-C15F-6B43-9228-45665B3B53BF}" type="presParOf" srcId="{A3B0DFCF-3068-B440-9D24-36A3BD63398C}" destId="{48C0B5DE-79FE-8C47-AD5D-B68C0E6A7CD2}" srcOrd="6" destOrd="0" presId="urn:microsoft.com/office/officeart/2005/8/layout/default"/>
    <dgm:cxn modelId="{7BF83E12-F308-7E46-8D57-D2D5BD7EFBA9}" type="presParOf" srcId="{A3B0DFCF-3068-B440-9D24-36A3BD63398C}" destId="{B025F1F1-359E-6949-A6AA-37DF3476B76B}" srcOrd="7" destOrd="0" presId="urn:microsoft.com/office/officeart/2005/8/layout/default"/>
    <dgm:cxn modelId="{7466FA3E-B9C4-F345-AF47-64DD673B63C8}" type="presParOf" srcId="{A3B0DFCF-3068-B440-9D24-36A3BD63398C}" destId="{768DA437-7C98-DF45-A9B1-286AD4091655}" srcOrd="8" destOrd="0" presId="urn:microsoft.com/office/officeart/2005/8/layout/default"/>
    <dgm:cxn modelId="{A0223D14-D737-424F-93FB-F5FA4E8F6CEC}" type="presParOf" srcId="{A3B0DFCF-3068-B440-9D24-36A3BD63398C}" destId="{40DD2406-E6B4-8749-9FF2-579B19242D8D}" srcOrd="9" destOrd="0" presId="urn:microsoft.com/office/officeart/2005/8/layout/default"/>
    <dgm:cxn modelId="{1C671FCD-97E1-364C-ADBD-A7BCA0C11946}" type="presParOf" srcId="{A3B0DFCF-3068-B440-9D24-36A3BD63398C}" destId="{2C201D61-B1B6-2D4B-9E1C-43AC454EEF0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DF35D-0689-4C50-BAA5-95603AAD61F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E40321-6EA0-47E7-8763-B70BE69792A4}">
      <dgm:prSet/>
      <dgm:spPr/>
      <dgm:t>
        <a:bodyPr/>
        <a:lstStyle/>
        <a:p>
          <a:r>
            <a:rPr lang="en-IN" b="0" i="0" baseline="0"/>
            <a:t>Personalized methods understand user/item context.</a:t>
          </a:r>
          <a:endParaRPr lang="en-US"/>
        </a:p>
      </dgm:t>
    </dgm:pt>
    <dgm:pt modelId="{5E301557-4F15-4ADD-9C20-3E04777C504E}" type="parTrans" cxnId="{FB35CC09-2EE1-473A-B12F-78834238AC85}">
      <dgm:prSet/>
      <dgm:spPr/>
      <dgm:t>
        <a:bodyPr/>
        <a:lstStyle/>
        <a:p>
          <a:endParaRPr lang="en-US"/>
        </a:p>
      </dgm:t>
    </dgm:pt>
    <dgm:pt modelId="{2B9233C9-F728-4FDA-B4C6-9DC795299D3E}" type="sibTrans" cxnId="{FB35CC09-2EE1-473A-B12F-78834238AC85}">
      <dgm:prSet/>
      <dgm:spPr/>
      <dgm:t>
        <a:bodyPr/>
        <a:lstStyle/>
        <a:p>
          <a:endParaRPr lang="en-US"/>
        </a:p>
      </dgm:t>
    </dgm:pt>
    <dgm:pt modelId="{CAA2580D-B2A5-455B-890D-62BE9459D8AB}">
      <dgm:prSet/>
      <dgm:spPr/>
      <dgm:t>
        <a:bodyPr/>
        <a:lstStyle/>
        <a:p>
          <a:r>
            <a:rPr lang="en-IN" b="0" i="0" baseline="0"/>
            <a:t>User-KNN is sensitive to rating behavior but suffers from sparse users.</a:t>
          </a:r>
          <a:endParaRPr lang="en-US"/>
        </a:p>
      </dgm:t>
    </dgm:pt>
    <dgm:pt modelId="{CDF58EDA-021D-44B8-B108-F7495E7A8C9A}" type="parTrans" cxnId="{BE2A7966-1946-4C23-BF86-2F90102CC185}">
      <dgm:prSet/>
      <dgm:spPr/>
      <dgm:t>
        <a:bodyPr/>
        <a:lstStyle/>
        <a:p>
          <a:endParaRPr lang="en-US"/>
        </a:p>
      </dgm:t>
    </dgm:pt>
    <dgm:pt modelId="{4BA4179A-2F0D-469C-8D1F-C86B8892CFD6}" type="sibTrans" cxnId="{BE2A7966-1946-4C23-BF86-2F90102CC185}">
      <dgm:prSet/>
      <dgm:spPr/>
      <dgm:t>
        <a:bodyPr/>
        <a:lstStyle/>
        <a:p>
          <a:endParaRPr lang="en-US"/>
        </a:p>
      </dgm:t>
    </dgm:pt>
    <dgm:pt modelId="{DD1725AE-80A2-4F0B-8348-AD2377F34547}">
      <dgm:prSet/>
      <dgm:spPr/>
      <dgm:t>
        <a:bodyPr/>
        <a:lstStyle/>
        <a:p>
          <a:r>
            <a:rPr lang="en-IN" b="0" i="0" baseline="0"/>
            <a:t>Item-KNN is more consistent since item relationships are stable.</a:t>
          </a:r>
          <a:endParaRPr lang="en-US"/>
        </a:p>
      </dgm:t>
    </dgm:pt>
    <dgm:pt modelId="{7F7F65FC-7177-487E-9083-26D39804301E}" type="parTrans" cxnId="{A74DD179-017F-4600-AFA6-B40FFDB2A434}">
      <dgm:prSet/>
      <dgm:spPr/>
      <dgm:t>
        <a:bodyPr/>
        <a:lstStyle/>
        <a:p>
          <a:endParaRPr lang="en-US"/>
        </a:p>
      </dgm:t>
    </dgm:pt>
    <dgm:pt modelId="{DA30F74D-AE34-499D-A1A1-E6B01A46AAEF}" type="sibTrans" cxnId="{A74DD179-017F-4600-AFA6-B40FFDB2A434}">
      <dgm:prSet/>
      <dgm:spPr/>
      <dgm:t>
        <a:bodyPr/>
        <a:lstStyle/>
        <a:p>
          <a:endParaRPr lang="en-US"/>
        </a:p>
      </dgm:t>
    </dgm:pt>
    <dgm:pt modelId="{3C600B4C-828C-49D9-9DCC-220597165D64}">
      <dgm:prSet/>
      <dgm:spPr/>
      <dgm:t>
        <a:bodyPr/>
        <a:lstStyle/>
        <a:p>
          <a:r>
            <a:rPr lang="en-IN" b="0" i="0" baseline="0"/>
            <a:t>Hybrid models offer robustness across users/items.</a:t>
          </a:r>
          <a:endParaRPr lang="en-US"/>
        </a:p>
      </dgm:t>
    </dgm:pt>
    <dgm:pt modelId="{89985D99-2630-4788-8FB2-470444948E57}" type="parTrans" cxnId="{FFBE1502-B6C9-4925-99F2-51C31F9B06C5}">
      <dgm:prSet/>
      <dgm:spPr/>
      <dgm:t>
        <a:bodyPr/>
        <a:lstStyle/>
        <a:p>
          <a:endParaRPr lang="en-US"/>
        </a:p>
      </dgm:t>
    </dgm:pt>
    <dgm:pt modelId="{CC2173EC-7C58-43A0-84F8-07410594C43D}" type="sibTrans" cxnId="{FFBE1502-B6C9-4925-99F2-51C31F9B06C5}">
      <dgm:prSet/>
      <dgm:spPr/>
      <dgm:t>
        <a:bodyPr/>
        <a:lstStyle/>
        <a:p>
          <a:endParaRPr lang="en-US"/>
        </a:p>
      </dgm:t>
    </dgm:pt>
    <dgm:pt modelId="{A0C132CE-B9D5-9446-9431-C040FA2B1B1D}" type="pres">
      <dgm:prSet presAssocID="{8AADF35D-0689-4C50-BAA5-95603AAD61F7}" presName="matrix" presStyleCnt="0">
        <dgm:presLayoutVars>
          <dgm:chMax val="1"/>
          <dgm:dir/>
          <dgm:resizeHandles val="exact"/>
        </dgm:presLayoutVars>
      </dgm:prSet>
      <dgm:spPr/>
    </dgm:pt>
    <dgm:pt modelId="{B777F374-6CA7-F54E-94EC-36716B70C67B}" type="pres">
      <dgm:prSet presAssocID="{8AADF35D-0689-4C50-BAA5-95603AAD61F7}" presName="diamond" presStyleLbl="bgShp" presStyleIdx="0" presStyleCnt="1"/>
      <dgm:spPr/>
    </dgm:pt>
    <dgm:pt modelId="{40F3DEDD-50BA-8642-B8E8-2DF31BA0E17B}" type="pres">
      <dgm:prSet presAssocID="{8AADF35D-0689-4C50-BAA5-95603AAD61F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CC44BC-216B-A347-BFEA-E1278FA7CB76}" type="pres">
      <dgm:prSet presAssocID="{8AADF35D-0689-4C50-BAA5-95603AAD61F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23C03A-FFF7-7B40-9FFB-9B2F89A1074D}" type="pres">
      <dgm:prSet presAssocID="{8AADF35D-0689-4C50-BAA5-95603AAD61F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2F92FBF-E94F-C549-B243-FE1806E8C7D8}" type="pres">
      <dgm:prSet presAssocID="{8AADF35D-0689-4C50-BAA5-95603AAD61F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FBE1502-B6C9-4925-99F2-51C31F9B06C5}" srcId="{8AADF35D-0689-4C50-BAA5-95603AAD61F7}" destId="{3C600B4C-828C-49D9-9DCC-220597165D64}" srcOrd="3" destOrd="0" parTransId="{89985D99-2630-4788-8FB2-470444948E57}" sibTransId="{CC2173EC-7C58-43A0-84F8-07410594C43D}"/>
    <dgm:cxn modelId="{DDCF3103-E437-5B47-AFD6-C0BA7979B9E0}" type="presOf" srcId="{DD1725AE-80A2-4F0B-8348-AD2377F34547}" destId="{8A23C03A-FFF7-7B40-9FFB-9B2F89A1074D}" srcOrd="0" destOrd="0" presId="urn:microsoft.com/office/officeart/2005/8/layout/matrix3"/>
    <dgm:cxn modelId="{FB35CC09-2EE1-473A-B12F-78834238AC85}" srcId="{8AADF35D-0689-4C50-BAA5-95603AAD61F7}" destId="{97E40321-6EA0-47E7-8763-B70BE69792A4}" srcOrd="0" destOrd="0" parTransId="{5E301557-4F15-4ADD-9C20-3E04777C504E}" sibTransId="{2B9233C9-F728-4FDA-B4C6-9DC795299D3E}"/>
    <dgm:cxn modelId="{6F664839-09F2-B247-8BE9-8BF031214658}" type="presOf" srcId="{3C600B4C-828C-49D9-9DCC-220597165D64}" destId="{42F92FBF-E94F-C549-B243-FE1806E8C7D8}" srcOrd="0" destOrd="0" presId="urn:microsoft.com/office/officeart/2005/8/layout/matrix3"/>
    <dgm:cxn modelId="{BE2A7966-1946-4C23-BF86-2F90102CC185}" srcId="{8AADF35D-0689-4C50-BAA5-95603AAD61F7}" destId="{CAA2580D-B2A5-455B-890D-62BE9459D8AB}" srcOrd="1" destOrd="0" parTransId="{CDF58EDA-021D-44B8-B108-F7495E7A8C9A}" sibTransId="{4BA4179A-2F0D-469C-8D1F-C86B8892CFD6}"/>
    <dgm:cxn modelId="{A74DD179-017F-4600-AFA6-B40FFDB2A434}" srcId="{8AADF35D-0689-4C50-BAA5-95603AAD61F7}" destId="{DD1725AE-80A2-4F0B-8348-AD2377F34547}" srcOrd="2" destOrd="0" parTransId="{7F7F65FC-7177-487E-9083-26D39804301E}" sibTransId="{DA30F74D-AE34-499D-A1A1-E6B01A46AAEF}"/>
    <dgm:cxn modelId="{7C82819B-03EB-2A48-B65A-2E41BA0DA619}" type="presOf" srcId="{8AADF35D-0689-4C50-BAA5-95603AAD61F7}" destId="{A0C132CE-B9D5-9446-9431-C040FA2B1B1D}" srcOrd="0" destOrd="0" presId="urn:microsoft.com/office/officeart/2005/8/layout/matrix3"/>
    <dgm:cxn modelId="{6C5090A6-E4C8-4147-BD94-2C16F537C6DF}" type="presOf" srcId="{CAA2580D-B2A5-455B-890D-62BE9459D8AB}" destId="{10CC44BC-216B-A347-BFEA-E1278FA7CB76}" srcOrd="0" destOrd="0" presId="urn:microsoft.com/office/officeart/2005/8/layout/matrix3"/>
    <dgm:cxn modelId="{21E787ED-8857-AE43-8E58-9BF6BCC3F7AF}" type="presOf" srcId="{97E40321-6EA0-47E7-8763-B70BE69792A4}" destId="{40F3DEDD-50BA-8642-B8E8-2DF31BA0E17B}" srcOrd="0" destOrd="0" presId="urn:microsoft.com/office/officeart/2005/8/layout/matrix3"/>
    <dgm:cxn modelId="{E52223BC-D45C-9249-B472-61A6DAC0A917}" type="presParOf" srcId="{A0C132CE-B9D5-9446-9431-C040FA2B1B1D}" destId="{B777F374-6CA7-F54E-94EC-36716B70C67B}" srcOrd="0" destOrd="0" presId="urn:microsoft.com/office/officeart/2005/8/layout/matrix3"/>
    <dgm:cxn modelId="{270200F0-74DD-3747-8D0A-592B17E25F46}" type="presParOf" srcId="{A0C132CE-B9D5-9446-9431-C040FA2B1B1D}" destId="{40F3DEDD-50BA-8642-B8E8-2DF31BA0E17B}" srcOrd="1" destOrd="0" presId="urn:microsoft.com/office/officeart/2005/8/layout/matrix3"/>
    <dgm:cxn modelId="{5DD0D8A8-79FD-E849-963D-6B0A2FFEDD97}" type="presParOf" srcId="{A0C132CE-B9D5-9446-9431-C040FA2B1B1D}" destId="{10CC44BC-216B-A347-BFEA-E1278FA7CB76}" srcOrd="2" destOrd="0" presId="urn:microsoft.com/office/officeart/2005/8/layout/matrix3"/>
    <dgm:cxn modelId="{99EFD436-A658-8B4E-8EAE-18D0C14B85FF}" type="presParOf" srcId="{A0C132CE-B9D5-9446-9431-C040FA2B1B1D}" destId="{8A23C03A-FFF7-7B40-9FFB-9B2F89A1074D}" srcOrd="3" destOrd="0" presId="urn:microsoft.com/office/officeart/2005/8/layout/matrix3"/>
    <dgm:cxn modelId="{7FD98E73-AFD7-A04E-847E-5EE6BC2B588C}" type="presParOf" srcId="{A0C132CE-B9D5-9446-9431-C040FA2B1B1D}" destId="{42F92FBF-E94F-C549-B243-FE1806E8C7D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30F9E-918F-3C40-A035-0FC0D730FD43}">
      <dsp:nvSpPr>
        <dsp:cNvPr id="0" name=""/>
        <dsp:cNvSpPr/>
      </dsp:nvSpPr>
      <dsp:spPr>
        <a:xfrm>
          <a:off x="0" y="598545"/>
          <a:ext cx="6506304" cy="21482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61" tIns="458216" rIns="50496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0" i="0" kern="1200"/>
            <a:t>100,000 ratings from 943 users on 1,682 movies.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0" i="0" kern="1200"/>
            <a:t>Each rating ranges from 1 to 5.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0" i="0" kern="1200"/>
            <a:t>Used standard 80/20 train-test split (e.g., u1.base/u1.test).</a:t>
          </a:r>
          <a:endParaRPr lang="en-US" sz="2200" kern="1200"/>
        </a:p>
      </dsp:txBody>
      <dsp:txXfrm>
        <a:off x="0" y="598545"/>
        <a:ext cx="6506304" cy="2148299"/>
      </dsp:txXfrm>
    </dsp:sp>
    <dsp:sp modelId="{35FFD992-85B8-A344-8ABB-2880ACE4F2FB}">
      <dsp:nvSpPr>
        <dsp:cNvPr id="0" name=""/>
        <dsp:cNvSpPr/>
      </dsp:nvSpPr>
      <dsp:spPr>
        <a:xfrm>
          <a:off x="325315" y="273825"/>
          <a:ext cx="455441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46" tIns="0" rIns="17214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/>
            <a:t>Dataset: MovieLens 100k</a:t>
          </a:r>
          <a:endParaRPr lang="en-US" sz="2200" kern="1200"/>
        </a:p>
      </dsp:txBody>
      <dsp:txXfrm>
        <a:off x="357018" y="305528"/>
        <a:ext cx="4491006" cy="586034"/>
      </dsp:txXfrm>
    </dsp:sp>
    <dsp:sp modelId="{E8E453A5-8340-1540-AE55-B075B971F8CD}">
      <dsp:nvSpPr>
        <dsp:cNvPr id="0" name=""/>
        <dsp:cNvSpPr/>
      </dsp:nvSpPr>
      <dsp:spPr>
        <a:xfrm>
          <a:off x="0" y="3190365"/>
          <a:ext cx="6506304" cy="211364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61" tIns="458216" rIns="50496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1" i="0" kern="1200"/>
            <a:t>MAE (Mean Absolute Error):</a:t>
          </a:r>
          <a:r>
            <a:rPr lang="en-IN" sz="2200" b="0" i="0" kern="1200"/>
            <a:t> Measures the average magnitude of errors. Lower is better.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1" i="0" kern="1200"/>
            <a:t>RMSE (Root Mean Squared Error):</a:t>
          </a:r>
          <a:r>
            <a:rPr lang="en-IN" sz="2200" b="0" i="0" kern="1200"/>
            <a:t> Similar to MAE but penalizes larger errors more. Lower values indicate better performance.</a:t>
          </a:r>
          <a:endParaRPr lang="en-US" sz="2200" kern="1200"/>
        </a:p>
      </dsp:txBody>
      <dsp:txXfrm>
        <a:off x="0" y="3190365"/>
        <a:ext cx="6506304" cy="2113649"/>
      </dsp:txXfrm>
    </dsp:sp>
    <dsp:sp modelId="{0F555EC3-B17D-DC4D-9A93-2C00E0FD907D}">
      <dsp:nvSpPr>
        <dsp:cNvPr id="0" name=""/>
        <dsp:cNvSpPr/>
      </dsp:nvSpPr>
      <dsp:spPr>
        <a:xfrm>
          <a:off x="325315" y="2865644"/>
          <a:ext cx="455441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46" tIns="0" rIns="17214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/>
            <a:t>Evaluation Metrics:</a:t>
          </a:r>
          <a:endParaRPr lang="en-US" sz="2200" kern="1200"/>
        </a:p>
      </dsp:txBody>
      <dsp:txXfrm>
        <a:off x="357018" y="2897347"/>
        <a:ext cx="4491006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393E5-0C76-D84A-AFCF-B82244B82A7E}">
      <dsp:nvSpPr>
        <dsp:cNvPr id="0" name=""/>
        <dsp:cNvSpPr/>
      </dsp:nvSpPr>
      <dsp:spPr>
        <a:xfrm>
          <a:off x="397549" y="1960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Assumes each user rates all items consistently, regardless of item type or popularity.</a:t>
          </a:r>
          <a:endParaRPr lang="en-US" sz="2100" kern="1200"/>
        </a:p>
      </dsp:txBody>
      <dsp:txXfrm>
        <a:off x="397549" y="1960"/>
        <a:ext cx="2751906" cy="1651143"/>
      </dsp:txXfrm>
    </dsp:sp>
    <dsp:sp modelId="{DF17D58C-6A12-1B4E-9EAD-72A052A410A3}">
      <dsp:nvSpPr>
        <dsp:cNvPr id="0" name=""/>
        <dsp:cNvSpPr/>
      </dsp:nvSpPr>
      <dsp:spPr>
        <a:xfrm>
          <a:off x="3424646" y="1960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Each prediction is simply the average of all ratings given by that user in the training set.</a:t>
          </a:r>
          <a:endParaRPr lang="en-US" sz="2100" kern="1200"/>
        </a:p>
      </dsp:txBody>
      <dsp:txXfrm>
        <a:off x="3424646" y="1960"/>
        <a:ext cx="2751906" cy="1651143"/>
      </dsp:txXfrm>
    </dsp:sp>
    <dsp:sp modelId="{FD97B095-C304-A143-8F3C-85E9B0E9B459}">
      <dsp:nvSpPr>
        <dsp:cNvPr id="0" name=""/>
        <dsp:cNvSpPr/>
      </dsp:nvSpPr>
      <dsp:spPr>
        <a:xfrm>
          <a:off x="6451743" y="1960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No personalization at item level</a:t>
          </a:r>
          <a:r>
            <a:rPr lang="en-IN" sz="2100" kern="1200"/>
            <a:t> — fails to capture how different items are perceived across users.</a:t>
          </a:r>
          <a:endParaRPr lang="en-US" sz="2100" kern="1200"/>
        </a:p>
      </dsp:txBody>
      <dsp:txXfrm>
        <a:off x="6451743" y="1960"/>
        <a:ext cx="2751906" cy="1651143"/>
      </dsp:txXfrm>
    </dsp:sp>
    <dsp:sp modelId="{48C0B5DE-79FE-8C47-AD5D-B68C0E6A7CD2}">
      <dsp:nvSpPr>
        <dsp:cNvPr id="0" name=""/>
        <dsp:cNvSpPr/>
      </dsp:nvSpPr>
      <dsp:spPr>
        <a:xfrm>
          <a:off x="397549" y="1928295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Evaluation Results:</a:t>
          </a:r>
          <a:endParaRPr lang="en-US" sz="2100" kern="1200"/>
        </a:p>
      </dsp:txBody>
      <dsp:txXfrm>
        <a:off x="397549" y="1928295"/>
        <a:ext cx="2751906" cy="1651143"/>
      </dsp:txXfrm>
    </dsp:sp>
    <dsp:sp modelId="{768DA437-7C98-DF45-A9B1-286AD4091655}">
      <dsp:nvSpPr>
        <dsp:cNvPr id="0" name=""/>
        <dsp:cNvSpPr/>
      </dsp:nvSpPr>
      <dsp:spPr>
        <a:xfrm>
          <a:off x="3424646" y="1928295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MAE: </a:t>
          </a:r>
          <a:r>
            <a:rPr lang="en-IN" sz="2100" b="1" kern="1200"/>
            <a:t>0.8259</a:t>
          </a:r>
          <a:endParaRPr lang="en-US" sz="2100" kern="1200"/>
        </a:p>
      </dsp:txBody>
      <dsp:txXfrm>
        <a:off x="3424646" y="1928295"/>
        <a:ext cx="2751906" cy="1651143"/>
      </dsp:txXfrm>
    </dsp:sp>
    <dsp:sp modelId="{2C201D61-B1B6-2D4B-9E1C-43AC454EEF04}">
      <dsp:nvSpPr>
        <dsp:cNvPr id="0" name=""/>
        <dsp:cNvSpPr/>
      </dsp:nvSpPr>
      <dsp:spPr>
        <a:xfrm>
          <a:off x="6451743" y="1928295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RMSE: </a:t>
          </a:r>
          <a:r>
            <a:rPr lang="en-IN" sz="2100" b="1" kern="1200"/>
            <a:t>1.0311</a:t>
          </a:r>
          <a:endParaRPr lang="en-US" sz="2100" kern="1200"/>
        </a:p>
      </dsp:txBody>
      <dsp:txXfrm>
        <a:off x="6451743" y="1928295"/>
        <a:ext cx="2751906" cy="16511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7F374-6CA7-F54E-94EC-36716B70C67B}">
      <dsp:nvSpPr>
        <dsp:cNvPr id="0" name=""/>
        <dsp:cNvSpPr/>
      </dsp:nvSpPr>
      <dsp:spPr>
        <a:xfrm>
          <a:off x="190847" y="0"/>
          <a:ext cx="5577781" cy="557778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3DEDD-50BA-8642-B8E8-2DF31BA0E17B}">
      <dsp:nvSpPr>
        <dsp:cNvPr id="0" name=""/>
        <dsp:cNvSpPr/>
      </dsp:nvSpPr>
      <dsp:spPr>
        <a:xfrm>
          <a:off x="720736" y="529889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Personalized methods understand user/item context.</a:t>
          </a:r>
          <a:endParaRPr lang="en-US" sz="2200" kern="1200"/>
        </a:p>
      </dsp:txBody>
      <dsp:txXfrm>
        <a:off x="826927" y="636080"/>
        <a:ext cx="1962952" cy="1962952"/>
      </dsp:txXfrm>
    </dsp:sp>
    <dsp:sp modelId="{10CC44BC-216B-A347-BFEA-E1278FA7CB76}">
      <dsp:nvSpPr>
        <dsp:cNvPr id="0" name=""/>
        <dsp:cNvSpPr/>
      </dsp:nvSpPr>
      <dsp:spPr>
        <a:xfrm>
          <a:off x="3063404" y="529889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User-KNN is sensitive to rating behavior but suffers from sparse users.</a:t>
          </a:r>
          <a:endParaRPr lang="en-US" sz="2200" kern="1200"/>
        </a:p>
      </dsp:txBody>
      <dsp:txXfrm>
        <a:off x="3169595" y="636080"/>
        <a:ext cx="1962952" cy="1962952"/>
      </dsp:txXfrm>
    </dsp:sp>
    <dsp:sp modelId="{8A23C03A-FFF7-7B40-9FFB-9B2F89A1074D}">
      <dsp:nvSpPr>
        <dsp:cNvPr id="0" name=""/>
        <dsp:cNvSpPr/>
      </dsp:nvSpPr>
      <dsp:spPr>
        <a:xfrm>
          <a:off x="720736" y="2872557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Item-KNN is more consistent since item relationships are stable.</a:t>
          </a:r>
          <a:endParaRPr lang="en-US" sz="2200" kern="1200"/>
        </a:p>
      </dsp:txBody>
      <dsp:txXfrm>
        <a:off x="826927" y="2978748"/>
        <a:ext cx="1962952" cy="1962952"/>
      </dsp:txXfrm>
    </dsp:sp>
    <dsp:sp modelId="{42F92FBF-E94F-C549-B243-FE1806E8C7D8}">
      <dsp:nvSpPr>
        <dsp:cNvPr id="0" name=""/>
        <dsp:cNvSpPr/>
      </dsp:nvSpPr>
      <dsp:spPr>
        <a:xfrm>
          <a:off x="3063404" y="2872557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Hybrid models offer robustness across users/items.</a:t>
          </a:r>
          <a:endParaRPr lang="en-US" sz="2200" kern="1200"/>
        </a:p>
      </dsp:txBody>
      <dsp:txXfrm>
        <a:off x="3169595" y="2978748"/>
        <a:ext cx="1962952" cy="1962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26488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26999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2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9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5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533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918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4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0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645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2F0C-FECA-AA74-28F5-D319DA34D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Recommender Systems in Practical Data Science</a:t>
            </a:r>
            <a:b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Comparative Evaluation of Collaborative Filtering Techniques</a:t>
            </a:r>
            <a:b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6C897-888A-2210-922B-4519D69D00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r>
              <a:rPr lang="en-IN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Shweta Adgaonkar</a:t>
            </a:r>
          </a:p>
          <a:p>
            <a:endParaRPr lang="en-US" dirty="0"/>
          </a:p>
        </p:txBody>
      </p:sp>
      <p:pic>
        <p:nvPicPr>
          <p:cNvPr id="5" name="Audio Recording 10-Jun-2025 at 1:22:08 AM">
            <a:hlinkClick r:id="" action="ppaction://media"/>
            <a:extLst>
              <a:ext uri="{FF2B5EF4-FFF2-40B4-BE49-F238E27FC236}">
                <a16:creationId xmlns:a16="http://schemas.microsoft.com/office/drawing/2014/main" id="{9CE116B3-53E1-C86C-ADEB-EF6E9C793D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1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9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1D73-6056-F28C-E63A-44344F7D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a Recommender System?</a:t>
            </a:r>
            <a:b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53EB-F16A-AA23-E107-6F1CFCEB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Recommender Systems are algorithms that suggest relevant content to users.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Applications include: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Netflix: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recommends movies/shows.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Amazon: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suggests products based on previous purchases or ratings.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Spotify: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creates playlists based on listening habits.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Collaborative Filtering (CF):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technique that makes predictions using user-item interactions, not explicit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Compare 5 CF methods on the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MovieLens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100k dataset to evaluate their effectiveness.</a:t>
            </a:r>
          </a:p>
          <a:p>
            <a:endParaRPr lang="en-US" dirty="0"/>
          </a:p>
        </p:txBody>
      </p:sp>
      <p:pic>
        <p:nvPicPr>
          <p:cNvPr id="4" name="Audio Recording 10-Jun-2025 at 1:23:34 AM">
            <a:hlinkClick r:id="" action="ppaction://media"/>
            <a:extLst>
              <a:ext uri="{FF2B5EF4-FFF2-40B4-BE49-F238E27FC236}">
                <a16:creationId xmlns:a16="http://schemas.microsoft.com/office/drawing/2014/main" id="{3901E9F5-15AA-0AC6-CA30-731F16537F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4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CEB4C-5970-F7B7-DF29-C74D4071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b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&amp; Performance Metrics</a:t>
            </a:r>
            <a:br>
              <a:rPr lang="en-IN" sz="4100" b="0" i="0" u="none" strike="noStrike">
                <a:effectLst/>
              </a:rPr>
            </a:br>
            <a:br>
              <a:rPr lang="en-IN" sz="4100" b="1" i="0" u="none" strike="noStrike">
                <a:effectLst/>
              </a:rPr>
            </a:br>
            <a:endParaRPr lang="en-US" sz="41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6D1451-75F2-F258-E124-31928562B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922898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10-Jun-2025 at 1:28:38 AM">
            <a:hlinkClick r:id="" action="ppaction://media"/>
            <a:extLst>
              <a:ext uri="{FF2B5EF4-FFF2-40B4-BE49-F238E27FC236}">
                <a16:creationId xmlns:a16="http://schemas.microsoft.com/office/drawing/2014/main" id="{AE34E9A5-5C87-70A8-7D52-6B9433008E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2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234F-4EF7-18FE-51AE-819317FD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br>
              <a:rPr lang="en-IN" sz="34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4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 1: Predict Using User Average</a:t>
            </a:r>
            <a:br>
              <a:rPr lang="en-IN" sz="3400" b="0" i="0" u="none" strike="noStrike">
                <a:effectLst/>
              </a:rPr>
            </a:br>
            <a:endParaRPr lang="en-US" sz="3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16856-4CC2-CD39-C52B-0244B2F9D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805043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10-Jun-2025 at 1:30:24 AM">
            <a:hlinkClick r:id="" action="ppaction://media"/>
            <a:extLst>
              <a:ext uri="{FF2B5EF4-FFF2-40B4-BE49-F238E27FC236}">
                <a16:creationId xmlns:a16="http://schemas.microsoft.com/office/drawing/2014/main" id="{DA3E8FD0-D9F5-6F1E-7E26-A057CE3850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3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812C54-7AEF-4ABB-826E-221F51CB0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449FC-268A-190F-0E7B-64BF9A73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864" y="685800"/>
            <a:ext cx="7705164" cy="1485900"/>
          </a:xfrm>
        </p:spPr>
        <p:txBody>
          <a:bodyPr>
            <a:normAutofit/>
          </a:bodyPr>
          <a:lstStyle/>
          <a:p>
            <a:r>
              <a:rPr lang="en-IN" b="0" i="0" u="none" strike="noStrike">
                <a:effectLst/>
                <a:latin typeface="-webkit-standard"/>
              </a:rPr>
              <a:t>Method 2: Predict Using Item Average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1F40E4-8A76-44CF-91EC-907367352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304441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71013-D973-4187-9CF2-EE098EEF8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81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14487-BE2C-34F0-06B7-8BD952A0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864" y="2286000"/>
            <a:ext cx="7705164" cy="3581400"/>
          </a:xfrm>
        </p:spPr>
        <p:txBody>
          <a:bodyPr>
            <a:normAutofit/>
          </a:bodyPr>
          <a:lstStyle/>
          <a:p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Predicts a user's rating based on the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average rating</a:t>
            </a: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 that the item has received from all users.</a:t>
            </a:r>
          </a:p>
          <a:p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Captures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item popularity</a:t>
            </a: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 — helpful when an item consistently gets high or low ratings.</a:t>
            </a:r>
          </a:p>
          <a:p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Ignores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user-specific preferences</a:t>
            </a: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, making it non-personalized.</a:t>
            </a:r>
          </a:p>
          <a:p>
            <a:pPr marL="0" indent="0">
              <a:buNone/>
            </a:pP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Evaluation Results:</a:t>
            </a: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0.7961</a:t>
            </a: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1.0013</a:t>
            </a: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900"/>
          </a:p>
        </p:txBody>
      </p:sp>
      <p:pic>
        <p:nvPicPr>
          <p:cNvPr id="4" name="Audio Recording 10-Jun-2025 at 1:32:28 AM">
            <a:hlinkClick r:id="" action="ppaction://media"/>
            <a:extLst>
              <a:ext uri="{FF2B5EF4-FFF2-40B4-BE49-F238E27FC236}">
                <a16:creationId xmlns:a16="http://schemas.microsoft.com/office/drawing/2014/main" id="{1358103B-C4A5-B32C-003D-8C982FB518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6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7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595EB-74C5-723A-7AF9-3FB95B53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0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Method 3: User-Based KNN Collaborative Filtering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661B-22FA-C05D-ECAE-EFDC46BA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Measures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similarity between users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using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centered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-cosine similarity (Pearson correlation).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 given user and item, finds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 = 50 most similar users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who have rated the same item.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Predicts rating using a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weighted average of </a:t>
            </a:r>
            <a:r>
              <a:rPr lang="en-IN" sz="2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neighbors’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ratings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adjusted by similarity scores.</a:t>
            </a:r>
          </a:p>
          <a:p>
            <a:pPr marL="0" indent="0" algn="l"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Evaluation Results: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0.7213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0.9273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Audio Recording 10-Jun-2025 at 1:34:01 AM">
            <a:hlinkClick r:id="" action="ppaction://media"/>
            <a:extLst>
              <a:ext uri="{FF2B5EF4-FFF2-40B4-BE49-F238E27FC236}">
                <a16:creationId xmlns:a16="http://schemas.microsoft.com/office/drawing/2014/main" id="{3847266D-2DEE-97FA-D7C1-993FC8A80B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4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D8C4-C024-7E93-1014-EF16DD48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 4: Item-Based KNN Collaborative Filtering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1E411-0D1C-E7EB-19A6-97ECB5F2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Computes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item-to-item similarities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using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centered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-cosine similarity based on user ratings.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For each user-item prediction, identifies the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top K = 20 similar items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that the user has already rated.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Predicts rating using a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weighted sum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of those item ratings,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centered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around the mean.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More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stable and scalable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than user-based models in sparse datasets.</a:t>
            </a:r>
          </a:p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Evaluation Results: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0.7027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0.9012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Audio Recording 10-Jun-2025 at 1:37:21 AM">
            <a:hlinkClick r:id="" action="ppaction://media"/>
            <a:extLst>
              <a:ext uri="{FF2B5EF4-FFF2-40B4-BE49-F238E27FC236}">
                <a16:creationId xmlns:a16="http://schemas.microsoft.com/office/drawing/2014/main" id="{B7D29124-1A4D-10FD-2FFA-4F1EE3AA7F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1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1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C01F-5F14-F021-4E4C-E7E7139F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 5: Hybrid Collaborative Filtering (User + Item KNN)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FC6B-1118-8CCE-E686-AA252FEF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Merges the predictions from User-KNN and Item-KNN using a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 average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Formula: 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λ ×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User-KNN + (1 − 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λ) ×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Item-KNN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λ = 0.5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used for equal blending between the two models.</a:t>
            </a:r>
          </a:p>
          <a:p>
            <a:pPr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Designed to leverage the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strengths of both methods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User-KNN: captures personalization.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Item-KNN: captures item similarity trends.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Evaluation Results: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0.7039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0.9039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Audio Recording 10-Jun-2025 at 1:39:16 AM">
            <a:hlinkClick r:id="" action="ppaction://media"/>
            <a:extLst>
              <a:ext uri="{FF2B5EF4-FFF2-40B4-BE49-F238E27FC236}">
                <a16:creationId xmlns:a16="http://schemas.microsoft.com/office/drawing/2014/main" id="{D9E6E487-22CE-C50F-BC18-739DBFCFE0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9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9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3C60-B292-BDAF-BF99-3883E737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914" y="685800"/>
            <a:ext cx="5127172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0" i="0" u="none" strike="noStrike">
                <a:effectLst/>
              </a:rPr>
              <a:t>Accuracy Comparison of All Methods</a:t>
            </a:r>
            <a:br>
              <a:rPr lang="en-US" sz="3400" b="0" i="0" u="none" strike="noStrike">
                <a:effectLst/>
              </a:rPr>
            </a:b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7E2D8A-19BE-48A0-889C-CCAC02348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3AB26-CA82-08E2-1BD1-5FBA30C976E4}"/>
              </a:ext>
            </a:extLst>
          </p:cNvPr>
          <p:cNvSpPr txBox="1"/>
          <p:nvPr/>
        </p:nvSpPr>
        <p:spPr>
          <a:xfrm>
            <a:off x="6389914" y="2286000"/>
            <a:ext cx="5127172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>
                <a:solidFill>
                  <a:schemeClr val="tx2"/>
                </a:solidFill>
              </a:rPr>
              <a:t>Table : Comparison of all models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C94266-6B5F-D2D7-18FA-B81CDF5B5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848546"/>
              </p:ext>
            </p:extLst>
          </p:nvPr>
        </p:nvGraphicFramePr>
        <p:xfrm>
          <a:off x="1023562" y="1647717"/>
          <a:ext cx="5071258" cy="32425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08839">
                  <a:extLst>
                    <a:ext uri="{9D8B030D-6E8A-4147-A177-3AD203B41FA5}">
                      <a16:colId xmlns:a16="http://schemas.microsoft.com/office/drawing/2014/main" val="1590778119"/>
                    </a:ext>
                  </a:extLst>
                </a:gridCol>
                <a:gridCol w="2453521">
                  <a:extLst>
                    <a:ext uri="{9D8B030D-6E8A-4147-A177-3AD203B41FA5}">
                      <a16:colId xmlns:a16="http://schemas.microsoft.com/office/drawing/2014/main" val="680724577"/>
                    </a:ext>
                  </a:extLst>
                </a:gridCol>
                <a:gridCol w="854449">
                  <a:extLst>
                    <a:ext uri="{9D8B030D-6E8A-4147-A177-3AD203B41FA5}">
                      <a16:colId xmlns:a16="http://schemas.microsoft.com/office/drawing/2014/main" val="721407375"/>
                    </a:ext>
                  </a:extLst>
                </a:gridCol>
                <a:gridCol w="854449">
                  <a:extLst>
                    <a:ext uri="{9D8B030D-6E8A-4147-A177-3AD203B41FA5}">
                      <a16:colId xmlns:a16="http://schemas.microsoft.com/office/drawing/2014/main" val="1295288880"/>
                    </a:ext>
                  </a:extLst>
                </a:gridCol>
              </a:tblGrid>
              <a:tr h="344617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Method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MAE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RMSE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271764972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 Mean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Predicts using the user's average rating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0.8259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1.0311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2174314861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Item Mean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Predicts using the item's average rating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0.7961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1.0013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954625877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User-KNN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Nearest neighbors based on user similarity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0.7213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0.9273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374645745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Item-KNN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Nearest neighbors based on item similarity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0.7027</a:t>
                      </a:r>
                      <a:endParaRPr lang="en-US" sz="15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0.9012</a:t>
                      </a:r>
                      <a:endParaRPr lang="en-US" sz="15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2104072375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Hybrid CF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Combines user- and item-based predictions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0.7039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0.9039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168151214"/>
                  </a:ext>
                </a:extLst>
              </a:tr>
            </a:tbl>
          </a:graphicData>
        </a:graphic>
      </p:graphicFrame>
      <p:pic>
        <p:nvPicPr>
          <p:cNvPr id="7" name="Audio Recording 10-Jun-2025 at 1:40:32 AM">
            <a:hlinkClick r:id="" action="ppaction://media"/>
            <a:extLst>
              <a:ext uri="{FF2B5EF4-FFF2-40B4-BE49-F238E27FC236}">
                <a16:creationId xmlns:a16="http://schemas.microsoft.com/office/drawing/2014/main" id="{EB1ACB86-9075-03A0-B9A3-2F174DEC88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7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DB74EB-2A7D-443D-B969-8BF48F993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B65F6-AEAD-168E-F99A-568CCBDC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340" y="639704"/>
            <a:ext cx="3299579" cy="5577840"/>
          </a:xfrm>
        </p:spPr>
        <p:txBody>
          <a:bodyPr anchor="ctr">
            <a:normAutofit/>
          </a:bodyPr>
          <a:lstStyle/>
          <a:p>
            <a: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Performance Insights</a:t>
            </a:r>
            <a:br>
              <a:rPr lang="en-IN" sz="4100" b="0" i="0" u="none" strike="noStrike">
                <a:effectLst/>
              </a:rPr>
            </a:br>
            <a:endParaRPr lang="en-US" sz="4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036E77-5F7B-494E-A117-FEA947B35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8F7FAA-80AC-5E2C-FE79-96B1D8EC9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180478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10-Jun-2025 at 1:43:19 AM">
            <a:hlinkClick r:id="" action="ppaction://media"/>
            <a:extLst>
              <a:ext uri="{FF2B5EF4-FFF2-40B4-BE49-F238E27FC236}">
                <a16:creationId xmlns:a16="http://schemas.microsoft.com/office/drawing/2014/main" id="{AC351645-ADF9-6790-BF47-9EE66F4731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52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0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694E-8196-57A0-F91F-1C517218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Summary &amp; What’s Next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7481-54FC-3BB1-C4F6-D28E660B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Item-KNN performs best.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Hybrid is second-best with good robustness.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Simple methods underperform due to lack of personalization.</a:t>
            </a:r>
          </a:p>
          <a:p>
            <a:pPr marL="457200" lvl="1" indent="0" algn="l"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</a:rPr>
              <a:t>Future Enhancements:</a:t>
            </a:r>
            <a:endParaRPr lang="en-IN" sz="22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Implicit feedback integration (clicks, watch time)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Matrix Factorization (SVD, NMF)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Deep Learning recommenders (Autoencoders, Neural CF)</a:t>
            </a:r>
          </a:p>
          <a:p>
            <a:endParaRPr lang="en-US" dirty="0"/>
          </a:p>
        </p:txBody>
      </p:sp>
      <p:pic>
        <p:nvPicPr>
          <p:cNvPr id="4" name="Audio Recording 10-Jun-2025 at 1:44:29 AM">
            <a:hlinkClick r:id="" action="ppaction://media"/>
            <a:extLst>
              <a:ext uri="{FF2B5EF4-FFF2-40B4-BE49-F238E27FC236}">
                <a16:creationId xmlns:a16="http://schemas.microsoft.com/office/drawing/2014/main" id="{FFAB60DF-CB45-153F-7224-AB0E0E77CA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8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4EF0-F4AD-5775-F6A1-413BAD9D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br>
              <a:rPr lang="en-IN" b="0" i="0" u="none" strike="noStrike">
                <a:effectLst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A274-6E14-A813-75AC-4E7BCB65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 !</a:t>
            </a:r>
            <a:endParaRPr lang="en-US" sz="2400" dirty="0"/>
          </a:p>
        </p:txBody>
      </p:sp>
      <p:pic>
        <p:nvPicPr>
          <p:cNvPr id="14" name="Graphic 13" descr="Handshake">
            <a:extLst>
              <a:ext uri="{FF2B5EF4-FFF2-40B4-BE49-F238E27FC236}">
                <a16:creationId xmlns:a16="http://schemas.microsoft.com/office/drawing/2014/main" id="{E1BE8420-3827-B23B-CB25-BC6877FE0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6126" y="645106"/>
            <a:ext cx="5247747" cy="5247747"/>
          </a:xfrm>
          <a:prstGeom prst="rect">
            <a:avLst/>
          </a:prstGeom>
        </p:spPr>
      </p:pic>
      <p:pic>
        <p:nvPicPr>
          <p:cNvPr id="4" name="Audio Recording 10-Jun-2025 at 1:45:25 AM">
            <a:hlinkClick r:id="" action="ppaction://media"/>
            <a:extLst>
              <a:ext uri="{FF2B5EF4-FFF2-40B4-BE49-F238E27FC236}">
                <a16:creationId xmlns:a16="http://schemas.microsoft.com/office/drawing/2014/main" id="{05FB804F-D989-33D2-B761-205DB80DE0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6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246</TotalTime>
  <Words>703</Words>
  <Application>Microsoft Macintosh PowerPoint</Application>
  <PresentationFormat>Widescreen</PresentationFormat>
  <Paragraphs>107</Paragraphs>
  <Slides>12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-webkit-standard</vt:lpstr>
      <vt:lpstr>Arial</vt:lpstr>
      <vt:lpstr>Franklin Gothic Book</vt:lpstr>
      <vt:lpstr>Crop</vt:lpstr>
      <vt:lpstr>Title: Recommender Systems in Practical Data Science Subtitle: A Comparative Evaluation of Collaborative Filtering Techniques   </vt:lpstr>
      <vt:lpstr>What is a Recommender System? </vt:lpstr>
      <vt:lpstr>   Dataset &amp; Performance Metrics  </vt:lpstr>
      <vt:lpstr> Method 1: Predict Using User Average </vt:lpstr>
      <vt:lpstr>Method 2: Predict Using Item Average</vt:lpstr>
      <vt:lpstr>Method 3: User-Based KNN Collaborative Filtering</vt:lpstr>
      <vt:lpstr>Method 4: Item-Based KNN Collaborative Filtering</vt:lpstr>
      <vt:lpstr>Method 5: Hybrid Collaborative Filtering (User + Item KNN)</vt:lpstr>
      <vt:lpstr>Accuracy Comparison of All Methods </vt:lpstr>
      <vt:lpstr>Performance Insights </vt:lpstr>
      <vt:lpstr>Summary &amp; What’s Next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Adgaonkar</dc:creator>
  <cp:lastModifiedBy>Shweta Adgaonkar</cp:lastModifiedBy>
  <cp:revision>16</cp:revision>
  <dcterms:created xsi:type="dcterms:W3CDTF">2025-06-09T11:40:32Z</dcterms:created>
  <dcterms:modified xsi:type="dcterms:W3CDTF">2026-03-27T10:46:59Z</dcterms:modified>
</cp:coreProperties>
</file>